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91440" cy="192024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23360"/>
            <a:ext cx="91440" cy="822960"/>
          </a:xfrm>
          <a:prstGeom prst="rect">
            <a:avLst/>
          </a:prstGeom>
          <a:solidFill>
            <a:srgbClr val="468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362895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Bidaw: Enhancing Key-Value Caching</a:t>
            </a:r>
          </a:p>
          <a:p>
            <a:pPr algn="l">
              <a:spcAft>
                <a:spcPts val="8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for Interactive LLM Serving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6B7280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3628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Shipeng Hu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Guangyan Zhang  ·  Yuqi Zhou  ·  Yaya Wei  ·  Ziyan Zhong  ·  Jike Chen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Tsinghua University · CUGB · China Telecom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1153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FAST '26 Paper Seminar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발표자: ____________    ·   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Interactive LLM serving과 KV cache의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KV loading 병목, 그리고 세 가지 워크로드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I/O-aware request scheduling (compute side)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Previous-answer-based eviction (storage 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5개 모델 · 50분간 토크의 핵심 plot 7개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한계, 일반화 가능성, 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pic>
        <p:nvPicPr>
          <p:cNvPr id="3" name="Picture 2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1. 각 라운드의 답변은 이전 라운드들의 KV tensor에 의존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Replika · Duolingo · 챗봇 — 사용자가 LLM과 번갈아 대화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사용자 평균 22.4 라운드 (P90 = 45 라운드)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대화 지속 시간 평균 분 단위, 길게는 60분 이상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라운드 N 답변 = 0..N-1 라운드 KV 재사용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 = GPU FLOPs 낭비 → caching 필수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KV cache의 역할 — attention 재계산을 막는 핵심 자료구조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0" y="1280160"/>
            <a:ext cx="55778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2120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Self-attention(요점)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Attention(Q,K,V) = softmax(Q·K^T / sqrt(d))·V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과거 토큰의 K, V는 변하지 않음 →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토큰 t개 · 레이어 L · 헤드 h · head_dim d 일 때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예: OPT-13B, 2,048 토큰 → 약 0.78 GB /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85216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KV cache 인가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재계산을 안 하면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응답 latency가 곧바로 줄어든다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저장 비용이 매우 큼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효율적 관리가 시스템 설계의 1번 과제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vLLM, PagedAttention 류 가속 시스템도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결국 KV cache 관리가 핵심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이번 논문의 KV는?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한 사용자의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여러 라운드 대화 KV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보존 — cross-user KV 공유는 범위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왜 GPU 메모리에 다 못 두는가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캐시 KV 총량 (perf layer 200GB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80GB A800 GPU 1장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KV가 곧바로 GPU 메모리를 점유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30 users/min 도착 시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OPT-13B 동시 캐시 KV ≈ 480 GB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LLM 서버 host memory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≈ GPU mem 의 1.6–3.2×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host memory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도 부족, capacity SSD 도 사용해야 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동시 캐시 KV는 perf layer를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최대 3.91×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→ 2-tier (host memory + SSD) 캐싱이 필연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pic>
        <p:nvPicPr>
          <p:cNvPr id="3" name="Picture 2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2. Compute engine ↔ two-tier storage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Host DRAM, 빠르지만 용량 한정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SSD (RAID-5, 본 논문은 1.5 GB/s)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대표 선행 시스템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HCache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쓰기는 백그라운드, 그러나 읽기(load)는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critical path 위에 놓여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그러나 KV loading 자체가 병목 — 이상치와의 큰 격차</a:t>
            </a:r>
          </a:p>
        </p:txBody>
      </p:sp>
      <p:pic>
        <p:nvPicPr>
          <p:cNvPr id="3" name="Picture 2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3. KV recompute / 기존 cache / Ideal cache 의 latency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응답 latency가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3.8× 증가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throughput은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2.0× 감소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Ideal vs reality?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Ideal = 모든 KV가 perf layer에 있다고 가정한 동일 시스템.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F2937"/>
                </a:solidFill>
                <a:latin typeface="Calibri"/>
                <a:ea typeface="맑은 고딕"/>
              </a:rPr>
              <a:t>이 격차의 원인을 분석하는 것이 본 논문의 출발점이다.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워크로드 — 백만 라운드 실서비스 인터랙티브 대화 trace</a:t>
            </a:r>
          </a:p>
        </p:txBody>
      </p:sp>
      <p:pic>
        <p:nvPicPr>
          <p:cNvPr id="3" name="Picture 2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China Telecom · 1M+ 라운드 · user timestamp 보존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ShareGPT vs Mooncake와의 차이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ShareGPT: 5.7 라운드 — interactive 분석엔 짧음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Mooncake: 12k+ 토큰 — 길지만 대화 패턴 부재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본 trace: 22.4 라운드 / 36 토큰 — interactive 부합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이어지는 세 슬라이드에서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Observation 1 / 2 / 3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을 차례로 살펴본다.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1 — 동시 캐시 KV 양이 perf layer를 크게 초과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캐시 KV 총량 / 동시 사용자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사용자 평균 22.4 라운드 동안 KV 가 생존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도착률↑ → 동시 사용자 수 선형 증가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OPT-13B · 30 users/min ≈ 480 GB (perf 200 GB)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 가 커도 결국 한계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 부실 → capacity layer 로 빈번히 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pic>
        <p:nvPicPr>
          <p:cNvPr id="3" name="Picture 2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두 access 사이에 접근된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다른 KV의 총 크기 합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수치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80%의 KV access 가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perf layer (200GB)를 초과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FIFO/LRU/queue-enhanced 모두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hit rate ≈ 20% 수준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perf layer가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전체 KV의 40.1%를 담을 수 있음에도 hit는 절반 수준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→ 사용자가 답을 읽는 사이 </a:t>
            </a:r>
            <a:r>
              <a:rPr sz="1400" b="0" i="1">
                <a:solidFill>
                  <a:srgbClr val="6B7280"/>
                </a:solidFill>
                <a:latin typeface="Calibri"/>
                <a:ea typeface="맑은 고딕"/>
              </a:rPr>
              <a:t>다른 user KV 가 끼어들기 때문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pic>
        <p:nvPicPr>
          <p:cNvPr id="3" name="Picture 2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02" y="1280160"/>
            <a:ext cx="5660916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70332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5" name="Picture 4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37" y="3931920"/>
            <a:ext cx="5467446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8. Loaded KV 크기 분포 (히스토그램)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두 layer 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bandwidth 격차 (host DRAM ↔ SSD)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요청별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KV size 자체가 매우 다름 (수십 MB ~ 수백 MB)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심지어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5초 윈도우 내에서도 CV &gt; 90% — globally 균일화되지 않음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큰 KV 한 개가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뒤따르는 작은 KV 까지 GPU idle 로 만든다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 unaware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1. Compute engine은 storage I/O latency를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어떤 요청의 KV가 perf layer에 있는지, capacity layer에 있는지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어떤 요청의 KV size가 큰지 vs 작은지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그냥 FCFS로 dispatch → 큰 I/O가 큐 머리에 박히면 GPU idle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2. Storage는 사용자 대화 패턴을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Eviction은 자기 측의 KV access history만 사용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사용자의 다음 질문 timing은 compute가 만든 답변 길이에 좌우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정보 부재로 인해 hit rate ≈ 20% 수준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문제는 둘 다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정보가 한쪽 방향으로만 흐르거나, 아예 흐르지 않는다는 것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  <a:ea typeface="맑은 고딕"/>
              </a:rPr>
              <a:t>Bidaw의 가설: </a:t>
            </a: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두 방향 모두 정보를 흐르게 하면 두 문제 모두 해결된다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이전 라운드의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model answer 길이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storage 에 넘긴다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 길이가 다음 질문 도착 시점의 예측 신호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 는 신호로 next-access reuse distance 추정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hit potential 최저 KV 를 evict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각 요청 KV 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위치 (layer) 와 크기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compute 에 넘긴다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Compute 는 KV 위치/크기 알고 dispatch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ready / preparing 두 큐로 I/O 길이를 분리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GPU idle 제거 + 큐잉 지연 감소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시스템 개관 — 3개 컴포넌트 + 양방향 신호</a:t>
            </a:r>
          </a:p>
        </p:txBody>
      </p:sp>
      <p:pic>
        <p:nvPicPr>
          <p:cNvPr id="3" name="Picture 2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Storage로부터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GPU에서 생성된 history tensor 중 storage-efficient tensor만 캐시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Compute가 넘긴 답변 길이로 reuse distance 추정 → hit potential 최저 KV 축출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Storage → Compute: KV location &amp; size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Compute → Storage: future access timing (=answer length)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사용자 요청 도착 → Scheduler가 KV의 location/size를 storage에서 조회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Ready queue 또는 Preparing queue 로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GPU가 inference 진행 중 생성한 storage-efficient tensor를 History Cacher가 캐싱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KV tensor 대신 더 작은 intermediate tensor를 저장 (MHA-only)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 응답 완료 → 답변 토큰 길이를 Eviction Manager에게 전달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다음 KV access의 reuse distance 분포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Free perf-layer 공간이 임계 미만이 되면 eviction 트리거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Hit potential 최저 KV를 capacity layer로 이동 (inclusive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1 동기 — I/O blocking과 overlap의 한계</a:t>
            </a:r>
          </a:p>
        </p:txBody>
      </p:sp>
      <p:pic>
        <p:nvPicPr>
          <p:cNvPr id="3" name="Picture 2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10. I/O-aware request scheduling 전략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단순 overlap이 안 되는가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한 iteration의 GPU compute = 수십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layer의 KV load와 overlap 해도 시간 차가 너무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naive overlap은 “다음 토큰 1개를 기다리며 GPU가 또 idle”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설계 목표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느린 I/O 요청이 빠른 I/O 요청을 막지 않게 하면서,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큰 KV 요청도 starvation 없이 진행시킨다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perf layer에 있는 요청 — FCFS, GPU에 즉시 dispatch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capacity layer에 있는 요청 — 백그라운드로 perf layer로 끌어올림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promotion 시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원래 도착 시각을 유지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 tail latency 폭주를 방지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disk-HRRN  (preparing queue 정렬)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937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작은 KV 먼저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ready queue 로 빨리 promote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waiting↑ 시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큰 KV 도 promote (기아 방지)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classical HRRN 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I/O time ≈ KV size 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동작 예시 — GPU idle을 어떻게 없애는가</a:t>
            </a:r>
          </a:p>
        </p:txBody>
      </p:sp>
      <p:pic>
        <p:nvPicPr>
          <p:cNvPr id="3" name="Picture 2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11. (a) FCFS vs (b) I/O-aware scheduling 의 timeline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req 1, 2 (큰 capacity-layer KV)가 머리에서 대기 →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GPU와 perf-layer I/O 가 모두 idle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req 3, 4, 5 (perf-layer hit) 먼저 GPU로 → 그 사이 req 2 가 promote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큐잉 시간 평균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2 핵심 관찰 — 답변 길이 ↔ 다음 reuse distance</a:t>
            </a:r>
          </a:p>
        </p:txBody>
      </p:sp>
      <p:pic>
        <p:nvPicPr>
          <p:cNvPr id="3" name="Picture 2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12. Hour 별로 답변 길이(가로축) vs 다음 KV access의 reuse distance(세로축). 빨간 라인 = 하한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현재 access ↔ 다음 access 사이에 접근되는 다른 KV 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총 byte 합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관찰 — 답변이 길수록 사용자가 다음 질문을 늦게 보낸다 → 그 사이 다른 사용자 KV가 끼어들어 reuse distance 하한이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단조 증가 (Spearman ρ = 0.94 ~ 0.98)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그러나 큰 reuse distance 라고 무조건 미스가 아니다</a:t>
            </a:r>
          </a:p>
        </p:txBody>
      </p:sp>
      <p:pic>
        <p:nvPicPr>
          <p:cNvPr id="3" name="Picture 2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세 영역으로 분할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Optimal(Belady)은 100% 가까이 유지하지만 LRU는 0~40% 수준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Optimal도 hit ≈ 0 — eviction 후보 1순위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교훈 — distance만 보고 evict하면 promising 구간을 잃는다.
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Optimal과의 격차를 좁히려면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구간별 hit 확률을 모델링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258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Promising 영역을 m개 fine-grained bucket으로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사용자별 과거 KV access 분포로 다음 access가 각 bucket에 떨어질 확률을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5760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Compute가 넘긴 답변 길이로 reuse distance 하한을 결정 → 더 작은 bucket의 확률을 0으로 truncate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6B72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Equation 2 로 overall hit potential 계산 → 가장 낮은 KV evict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  <a:ea typeface="맑은 고딕"/>
              </a:rPr>
              <a:t>Equation (2). 가장 낮은 hit potential을 가진 KV를 evict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access가 perf layer 안쪽으로 들어옴 — hit 확률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promising bucket i 에 떨어질 확률 (m개)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ghost cache의 Belady 시뮬레이션이 알려주는 i bucket의 hit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layer로 영원히 안 돌아옴 — hit 확률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Note. Ghost cache는 백그라운드에서 Belady 시뮬레이션을 수행 — eviction 결정 단계에는 </a:t>
            </a:r>
            <a:r>
              <a:rPr sz="1400" b="1" i="0">
                <a:solidFill>
                  <a:srgbClr val="D9352A"/>
                </a:solidFill>
                <a:latin typeface="Calibri"/>
                <a:ea typeface="맑은 고딕"/>
              </a:rPr>
              <a:t>0.35 ms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만 추가 (자세한 비교는 평가 슬라이드에서)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캐시할 것인가</a:t>
            </a:r>
          </a:p>
        </p:txBody>
      </p:sp>
      <p:pic>
        <p:nvPicPr>
          <p:cNvPr id="3" name="Picture 2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14. (a) Tensor 별 size &amp; 절약 가능한 GFLOPs, (b) cost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KV tensor가 최적이 아닌가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 는 attention 입력으로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필요하지만 size 가 큼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51 GFLOPs/MB — KV tensor(30.5)의 1.67×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tensor로 변환은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 1 step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MHA-based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Llama, Qwen, Bloom, OPT, Baichuan 등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head 별 K, V 가 별도 → KV tensor가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 캐싱이 더 적은 공간으로 더 많은 compute를 절약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Bidaw에서는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 를 캐시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GQA-based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6의 cost-efficiency 우위가 사라짐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GQA에서는 그냥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KV tensor를 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세 가지 트릭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조기 종료된 요청을 배치 안에서 즉시 release → 새 요청을 빠르게 admit (ORCA 류와 호환)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history/query 토큰은 256-token 큰 블록, response 토큰은 16-token 작은 블록 → CPU↔GPU 대역폭 활용 + 단편화 감소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Storage-efficient tensor → KV tensor 변환을 별도 스트림에서 수행 → idle SM 활용, 본 추론 latency에 영향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 시 capacity layer에 이미 사본이 있어 큰 write 트래픽이 발생하지 않음 (FlashGen 류와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RAID-5 over 4× SATA SSD, 1.5 GB/s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자체 1M-round trace, ShareGPT (Poisson 시뮬)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vLLM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Recompute (no KV caching)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All KVs in perf layer (upper bound)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본 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Overall performance — 5개 모델 동시 평가</a:t>
            </a:r>
          </a:p>
        </p:txBody>
      </p:sp>
      <p:pic>
        <p:nvPicPr>
          <p:cNvPr id="3" name="Picture 2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15. 사용자 도착률 vs 평균 응답 latency, 5개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응답 latency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최대 3.58× 감소 (vs CachedAttention/FlashGen)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throughput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1.43–1.83× 향상 (동일 latency 기준)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Optimal과의 gap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Note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Bidaw는 lossless — 답변 정확도는 FlashGen 등과 동일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pic>
        <p:nvPicPr>
          <p:cNvPr id="3" name="Picture 2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16. host memory 120–200GB 범위에서의 latency</a:t>
            </a:r>
          </a:p>
        </p:txBody>
      </p:sp>
      <p:pic>
        <p:nvPicPr>
          <p:cNvPr id="5" name="Picture 4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memory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1.75–2.19× 더 많은 사용자/분 지원 — 작은 메모리에서 격차가 더 벌어짐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queue-enhanced (CachedAttention)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대비 -57.6% miss rate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LFU/LRU/FIFO 일반 정책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대비 -69.9% miss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pic>
        <p:nvPicPr>
          <p:cNvPr id="3" name="Picture 2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5" name="Picture 4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7" name="Picture 6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P90 −52.96% / P95 −49.30% / P99 −47.03% (vs CachedAttention)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+1.58×, Eviction +1.25×, Tensor caching +1.10×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compute ↔ storage 양방향 정보 공유라는 새로운 설계 원칙 제시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I/O-aware scheduling + previous-answer-based eviction의 두 메커니즘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MHA에서 storage-efficient tensor 캐싱으로 공간/연산 trade-off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5 모델 평균 3.58× latency / 1.83× throughput, optimal 근접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단일 사용자 대화 안에서의 KV 재사용만 다룸 — cross-user 공유는 범위 밖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GQA에서는 storage-efficient tensor 효과가 사라짐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 류 timestamp 부재 trace에선 eviction 효과가 약화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단일 GPU 노드 평가 — disaggregated/멀티노드는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“대화 시스템”의 사람-속도가 storage 정책에 신호로 활용 가능하다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고전 storage 기법(HRRN, Belady ghost cache)이 LLM에서 다시 빛난다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ML serving + storage co-design 의 좋은 사례 — 후속 연구가 활발할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